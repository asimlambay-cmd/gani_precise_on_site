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2" r:id="rId2"/>
    <p:sldId id="259" r:id="rId3"/>
    <p:sldId id="263" r:id="rId4"/>
  </p:sldIdLst>
  <p:sldSz cx="18288000" cy="9144000"/>
  <p:notesSz cx="9601200" cy="7315200"/>
  <p:defaultTextStyle>
    <a:defPPr>
      <a:defRPr lang="en-US"/>
    </a:defPPr>
    <a:lvl1pPr marL="0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3732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7464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51197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34929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18661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702393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86126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69858" algn="l" defTabSz="1567464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4662" autoAdjust="0"/>
  </p:normalViewPr>
  <p:slideViewPr>
    <p:cSldViewPr>
      <p:cViewPr>
        <p:scale>
          <a:sx n="57" d="100"/>
          <a:sy n="57" d="100"/>
        </p:scale>
        <p:origin x="-306" y="-192"/>
      </p:cViewPr>
      <p:guideLst>
        <p:guide orient="horz" pos="288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AA%20TODAYS\AUTO%20MOF\AUTO%20MOF%20I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44"/>
    </mc:Choice>
    <mc:Fallback>
      <c:style val="44"/>
    </mc:Fallback>
  </mc:AlternateContent>
  <c:chart>
    <c:title>
      <c:layout>
        <c:manualLayout>
          <c:xMode val="edge"/>
          <c:yMode val="edge"/>
          <c:x val="0.30465573705552584"/>
          <c:y val="0.8652099556929308"/>
        </c:manualLayout>
      </c:layout>
      <c:overlay val="0"/>
      <c:txPr>
        <a:bodyPr rot="0" vert="horz"/>
        <a:lstStyle/>
        <a:p>
          <a:pPr>
            <a:defRPr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3488824204713477E-2"/>
          <c:y val="8.1602394722319851E-2"/>
          <c:w val="0.93916484168462566"/>
          <c:h val="0.79028034995849028"/>
        </c:manualLayout>
      </c:layout>
      <c:lineChart>
        <c:grouping val="stacked"/>
        <c:varyColors val="0"/>
        <c:ser>
          <c:idx val="1"/>
          <c:order val="0"/>
          <c:tx>
            <c:strRef>
              <c:f>'C:\Users\Abc\AppData\Local\Temp\Rar$DIa15928.44409\[TF_Measurement.xlsx]Sheet1'!$E$2</c:f>
              <c:strCache>
                <c:ptCount val="1"/>
                <c:pt idx="0">
                  <c:v>Load 
grams</c:v>
                </c:pt>
              </c:strCache>
            </c:strRef>
          </c:tx>
          <c:marker>
            <c:symbol val="none"/>
          </c:marker>
          <c:val>
            <c:numRef>
              <c:f>'C:\Users\Abc\AppData\Local\Temp\Rar$DIa15928.44409\[TF_Measurement.xlsx]Sheet1'!$E$3:$E$19</c:f>
              <c:numCache>
                <c:formatCode>General</c:formatCode>
                <c:ptCount val="17"/>
                <c:pt idx="2">
                  <c:v>5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22</c:v>
                </c:pt>
                <c:pt idx="8">
                  <c:v>23</c:v>
                </c:pt>
                <c:pt idx="9">
                  <c:v>24</c:v>
                </c:pt>
                <c:pt idx="10">
                  <c:v>28</c:v>
                </c:pt>
                <c:pt idx="11">
                  <c:v>33</c:v>
                </c:pt>
                <c:pt idx="12">
                  <c:v>33</c:v>
                </c:pt>
                <c:pt idx="13">
                  <c:v>33</c:v>
                </c:pt>
                <c:pt idx="14">
                  <c:v>33</c:v>
                </c:pt>
                <c:pt idx="15">
                  <c:v>33</c:v>
                </c:pt>
                <c:pt idx="16">
                  <c:v>260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BED6-4969-839B-013C7B161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1688320"/>
        <c:axId val="171689856"/>
      </c:lineChart>
      <c:catAx>
        <c:axId val="171688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/>
            </a:pPr>
            <a:endParaRPr lang="en-US"/>
          </a:p>
        </c:txPr>
        <c:crossAx val="171689856"/>
        <c:crosses val="autoZero"/>
        <c:auto val="1"/>
        <c:lblAlgn val="ctr"/>
        <c:lblOffset val="100"/>
        <c:noMultiLvlLbl val="0"/>
      </c:catAx>
      <c:valAx>
        <c:axId val="171689856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/>
            </a:pPr>
            <a:endParaRPr lang="en-US"/>
          </a:p>
        </c:txPr>
        <c:crossAx val="171688320"/>
        <c:crosses val="autoZero"/>
        <c:crossBetween val="between"/>
        <c:majorUnit val="20"/>
      </c:valAx>
    </c:plotArea>
    <c:legend>
      <c:legendPos val="b"/>
      <c:layout>
        <c:manualLayout>
          <c:xMode val="edge"/>
          <c:yMode val="edge"/>
          <c:x val="0.43344775373154981"/>
          <c:y val="0.86621686553104338"/>
          <c:w val="0.16212857490739846"/>
          <c:h val="0.11932280094762626"/>
        </c:manualLayout>
      </c:layout>
      <c:overlay val="0"/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zero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18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31A0B-9490-4C13-8B7B-84C517C425B3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18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DC996-997E-4091-993C-E68270A7F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78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D105EDB-6AE5-4E82-94A1-AEC0AB49077D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549275"/>
            <a:ext cx="54864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A7682-4433-4147-9000-DECA9155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3732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7464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51197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34929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18661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702393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86126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69858" algn="l" defTabSz="156746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A7682-4433-4147-9000-DECA915564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04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A7682-4433-4147-9000-DECA915564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04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A7682-4433-4147-9000-DECA915564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04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840570"/>
            <a:ext cx="155448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181600"/>
            <a:ext cx="12801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83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7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51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34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702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86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6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0" y="5875870"/>
            <a:ext cx="15544800" cy="1816100"/>
          </a:xfrm>
        </p:spPr>
        <p:txBody>
          <a:bodyPr anchor="t"/>
          <a:lstStyle>
            <a:lvl1pPr algn="l">
              <a:defRPr sz="69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0" y="3875618"/>
            <a:ext cx="15544800" cy="2000249"/>
          </a:xfrm>
        </p:spPr>
        <p:txBody>
          <a:bodyPr anchor="b"/>
          <a:lstStyle>
            <a:lvl1pPr marL="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 marL="78373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7464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5119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3492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1866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7023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8612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6985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133604"/>
            <a:ext cx="8077200" cy="6034617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133604"/>
            <a:ext cx="8077200" cy="6034617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4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10" y="2046817"/>
            <a:ext cx="8080380" cy="853016"/>
          </a:xfrm>
        </p:spPr>
        <p:txBody>
          <a:bodyPr anchor="b"/>
          <a:lstStyle>
            <a:lvl1pPr marL="0" indent="0">
              <a:buNone/>
              <a:defRPr sz="4100" b="1"/>
            </a:lvl1pPr>
            <a:lvl2pPr marL="783732" indent="0">
              <a:buNone/>
              <a:defRPr sz="3400" b="1"/>
            </a:lvl2pPr>
            <a:lvl3pPr marL="1567464" indent="0">
              <a:buNone/>
              <a:defRPr sz="3100" b="1"/>
            </a:lvl3pPr>
            <a:lvl4pPr marL="2351197" indent="0">
              <a:buNone/>
              <a:defRPr sz="2700" b="1"/>
            </a:lvl4pPr>
            <a:lvl5pPr marL="3134929" indent="0">
              <a:buNone/>
              <a:defRPr sz="2700" b="1"/>
            </a:lvl5pPr>
            <a:lvl6pPr marL="3918661" indent="0">
              <a:buNone/>
              <a:defRPr sz="2700" b="1"/>
            </a:lvl6pPr>
            <a:lvl7pPr marL="4702393" indent="0">
              <a:buNone/>
              <a:defRPr sz="2700" b="1"/>
            </a:lvl7pPr>
            <a:lvl8pPr marL="5486126" indent="0">
              <a:buNone/>
              <a:defRPr sz="2700" b="1"/>
            </a:lvl8pPr>
            <a:lvl9pPr marL="6269858" indent="0">
              <a:buNone/>
              <a:defRPr sz="2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10" y="2899833"/>
            <a:ext cx="8080380" cy="5268384"/>
          </a:xfrm>
        </p:spPr>
        <p:txBody>
          <a:bodyPr/>
          <a:lstStyle>
            <a:lvl1pPr>
              <a:defRPr sz="4100"/>
            </a:lvl1pPr>
            <a:lvl2pPr>
              <a:defRPr sz="34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40" y="2046817"/>
            <a:ext cx="8083560" cy="853016"/>
          </a:xfrm>
        </p:spPr>
        <p:txBody>
          <a:bodyPr anchor="b"/>
          <a:lstStyle>
            <a:lvl1pPr marL="0" indent="0">
              <a:buNone/>
              <a:defRPr sz="4100" b="1"/>
            </a:lvl1pPr>
            <a:lvl2pPr marL="783732" indent="0">
              <a:buNone/>
              <a:defRPr sz="3400" b="1"/>
            </a:lvl2pPr>
            <a:lvl3pPr marL="1567464" indent="0">
              <a:buNone/>
              <a:defRPr sz="3100" b="1"/>
            </a:lvl3pPr>
            <a:lvl4pPr marL="2351197" indent="0">
              <a:buNone/>
              <a:defRPr sz="2700" b="1"/>
            </a:lvl4pPr>
            <a:lvl5pPr marL="3134929" indent="0">
              <a:buNone/>
              <a:defRPr sz="2700" b="1"/>
            </a:lvl5pPr>
            <a:lvl6pPr marL="3918661" indent="0">
              <a:buNone/>
              <a:defRPr sz="2700" b="1"/>
            </a:lvl6pPr>
            <a:lvl7pPr marL="4702393" indent="0">
              <a:buNone/>
              <a:defRPr sz="2700" b="1"/>
            </a:lvl7pPr>
            <a:lvl8pPr marL="5486126" indent="0">
              <a:buNone/>
              <a:defRPr sz="2700" b="1"/>
            </a:lvl8pPr>
            <a:lvl9pPr marL="6269858" indent="0">
              <a:buNone/>
              <a:defRPr sz="2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40" y="2899833"/>
            <a:ext cx="8083560" cy="5268384"/>
          </a:xfrm>
        </p:spPr>
        <p:txBody>
          <a:bodyPr/>
          <a:lstStyle>
            <a:lvl1pPr>
              <a:defRPr sz="4100"/>
            </a:lvl1pPr>
            <a:lvl2pPr>
              <a:defRPr sz="3400"/>
            </a:lvl2pPr>
            <a:lvl3pPr>
              <a:defRPr sz="3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10" y="364067"/>
            <a:ext cx="6016620" cy="1549400"/>
          </a:xfrm>
        </p:spPr>
        <p:txBody>
          <a:bodyPr anchor="b"/>
          <a:lstStyle>
            <a:lvl1pPr algn="l">
              <a:defRPr sz="3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10" y="364070"/>
            <a:ext cx="10223500" cy="7804151"/>
          </a:xfrm>
        </p:spPr>
        <p:txBody>
          <a:bodyPr/>
          <a:lstStyle>
            <a:lvl1pPr>
              <a:defRPr sz="5500"/>
            </a:lvl1pPr>
            <a:lvl2pPr>
              <a:defRPr sz="4800"/>
            </a:lvl2pPr>
            <a:lvl3pPr>
              <a:defRPr sz="41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10" y="1913470"/>
            <a:ext cx="6016620" cy="6254751"/>
          </a:xfrm>
        </p:spPr>
        <p:txBody>
          <a:bodyPr/>
          <a:lstStyle>
            <a:lvl1pPr marL="0" indent="0">
              <a:buNone/>
              <a:defRPr sz="2400"/>
            </a:lvl1pPr>
            <a:lvl2pPr marL="783732" indent="0">
              <a:buNone/>
              <a:defRPr sz="2100"/>
            </a:lvl2pPr>
            <a:lvl3pPr marL="1567464" indent="0">
              <a:buNone/>
              <a:defRPr sz="1700"/>
            </a:lvl3pPr>
            <a:lvl4pPr marL="2351197" indent="0">
              <a:buNone/>
              <a:defRPr sz="1500"/>
            </a:lvl4pPr>
            <a:lvl5pPr marL="3134929" indent="0">
              <a:buNone/>
              <a:defRPr sz="1500"/>
            </a:lvl5pPr>
            <a:lvl6pPr marL="3918661" indent="0">
              <a:buNone/>
              <a:defRPr sz="1500"/>
            </a:lvl6pPr>
            <a:lvl7pPr marL="4702393" indent="0">
              <a:buNone/>
              <a:defRPr sz="1500"/>
            </a:lvl7pPr>
            <a:lvl8pPr marL="5486126" indent="0">
              <a:buNone/>
              <a:defRPr sz="1500"/>
            </a:lvl8pPr>
            <a:lvl9pPr marL="6269858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80" y="6400800"/>
            <a:ext cx="10972800" cy="755651"/>
          </a:xfrm>
        </p:spPr>
        <p:txBody>
          <a:bodyPr anchor="b"/>
          <a:lstStyle>
            <a:lvl1pPr algn="l">
              <a:defRPr sz="34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80" y="817033"/>
            <a:ext cx="10972800" cy="5486400"/>
          </a:xfrm>
        </p:spPr>
        <p:txBody>
          <a:bodyPr/>
          <a:lstStyle>
            <a:lvl1pPr marL="0" indent="0">
              <a:buNone/>
              <a:defRPr sz="5500"/>
            </a:lvl1pPr>
            <a:lvl2pPr marL="783732" indent="0">
              <a:buNone/>
              <a:defRPr sz="4800"/>
            </a:lvl2pPr>
            <a:lvl3pPr marL="1567464" indent="0">
              <a:buNone/>
              <a:defRPr sz="4100"/>
            </a:lvl3pPr>
            <a:lvl4pPr marL="2351197" indent="0">
              <a:buNone/>
              <a:defRPr sz="3400"/>
            </a:lvl4pPr>
            <a:lvl5pPr marL="3134929" indent="0">
              <a:buNone/>
              <a:defRPr sz="3400"/>
            </a:lvl5pPr>
            <a:lvl6pPr marL="3918661" indent="0">
              <a:buNone/>
              <a:defRPr sz="3400"/>
            </a:lvl6pPr>
            <a:lvl7pPr marL="4702393" indent="0">
              <a:buNone/>
              <a:defRPr sz="3400"/>
            </a:lvl7pPr>
            <a:lvl8pPr marL="5486126" indent="0">
              <a:buNone/>
              <a:defRPr sz="3400"/>
            </a:lvl8pPr>
            <a:lvl9pPr marL="6269858" indent="0">
              <a:buNone/>
              <a:defRPr sz="3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80" y="7156451"/>
            <a:ext cx="10972800" cy="1073149"/>
          </a:xfrm>
        </p:spPr>
        <p:txBody>
          <a:bodyPr/>
          <a:lstStyle>
            <a:lvl1pPr marL="0" indent="0">
              <a:buNone/>
              <a:defRPr sz="2400"/>
            </a:lvl1pPr>
            <a:lvl2pPr marL="783732" indent="0">
              <a:buNone/>
              <a:defRPr sz="2100"/>
            </a:lvl2pPr>
            <a:lvl3pPr marL="1567464" indent="0">
              <a:buNone/>
              <a:defRPr sz="1700"/>
            </a:lvl3pPr>
            <a:lvl4pPr marL="2351197" indent="0">
              <a:buNone/>
              <a:defRPr sz="1500"/>
            </a:lvl4pPr>
            <a:lvl5pPr marL="3134929" indent="0">
              <a:buNone/>
              <a:defRPr sz="1500"/>
            </a:lvl5pPr>
            <a:lvl6pPr marL="3918661" indent="0">
              <a:buNone/>
              <a:defRPr sz="1500"/>
            </a:lvl6pPr>
            <a:lvl7pPr marL="4702393" indent="0">
              <a:buNone/>
              <a:defRPr sz="1500"/>
            </a:lvl7pPr>
            <a:lvl8pPr marL="5486126" indent="0">
              <a:buNone/>
              <a:defRPr sz="1500"/>
            </a:lvl8pPr>
            <a:lvl9pPr marL="6269858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366188"/>
            <a:ext cx="411480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66188"/>
            <a:ext cx="1203960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366184"/>
            <a:ext cx="16459200" cy="1524000"/>
          </a:xfrm>
          <a:prstGeom prst="rect">
            <a:avLst/>
          </a:prstGeom>
        </p:spPr>
        <p:txBody>
          <a:bodyPr vert="horz" lIns="156746" tIns="78373" rIns="156746" bIns="78373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133604"/>
            <a:ext cx="16459200" cy="6034617"/>
          </a:xfrm>
          <a:prstGeom prst="rect">
            <a:avLst/>
          </a:prstGeom>
        </p:spPr>
        <p:txBody>
          <a:bodyPr vert="horz" lIns="156746" tIns="78373" rIns="156746" bIns="7837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8475137"/>
            <a:ext cx="4267200" cy="486833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8475137"/>
            <a:ext cx="5791200" cy="486833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ct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8475137"/>
            <a:ext cx="4267200" cy="486833"/>
          </a:xfrm>
          <a:prstGeom prst="rect">
            <a:avLst/>
          </a:prstGeom>
        </p:spPr>
        <p:txBody>
          <a:bodyPr vert="horz" lIns="156746" tIns="78373" rIns="156746" bIns="78373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567464" rtl="0" eaLnBrk="1" latinLnBrk="0" hangingPunct="1">
        <a:spcBef>
          <a:spcPct val="0"/>
        </a:spcBef>
        <a:buNone/>
        <a:defRPr sz="7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7799" indent="-587799" algn="l" defTabSz="1567464" rtl="0" eaLnBrk="1" latinLnBrk="0" hangingPunct="1">
        <a:spcBef>
          <a:spcPct val="20000"/>
        </a:spcBef>
        <a:buFont typeface="Arial" pitchFamily="34" charset="0"/>
        <a:buChar char="•"/>
        <a:defRPr sz="5500" kern="1200">
          <a:solidFill>
            <a:schemeClr val="tx1"/>
          </a:solidFill>
          <a:latin typeface="+mn-lt"/>
          <a:ea typeface="+mn-ea"/>
          <a:cs typeface="+mn-cs"/>
        </a:defRPr>
      </a:lvl1pPr>
      <a:lvl2pPr marL="1273565" indent="-489833" algn="l" defTabSz="1567464" rtl="0" eaLnBrk="1" latinLnBrk="0" hangingPunct="1">
        <a:spcBef>
          <a:spcPct val="20000"/>
        </a:spcBef>
        <a:buFont typeface="Arial" pitchFamily="34" charset="0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1959331" indent="-391866" algn="l" defTabSz="1567464" rtl="0" eaLnBrk="1" latinLnBrk="0" hangingPunct="1">
        <a:spcBef>
          <a:spcPct val="20000"/>
        </a:spcBef>
        <a:buFont typeface="Arial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indent="-391866" algn="l" defTabSz="1567464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3526795" indent="-391866" algn="l" defTabSz="1567464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4310527" indent="-391866" algn="l" defTabSz="1567464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94260" indent="-391866" algn="l" defTabSz="1567464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77992" indent="-391866" algn="l" defTabSz="1567464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61724" indent="-391866" algn="l" defTabSz="1567464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3732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7464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51197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34929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18661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702393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126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69858" algn="l" defTabSz="1567464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125686" y="2014397"/>
            <a:ext cx="9932713" cy="568180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6" name="Rounded Rectangle 105"/>
          <p:cNvSpPr/>
          <p:nvPr/>
        </p:nvSpPr>
        <p:spPr>
          <a:xfrm>
            <a:off x="7543800" y="2971800"/>
            <a:ext cx="2093917" cy="4996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5917" y="7896130"/>
            <a:ext cx="5854255" cy="5714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1" name="Rectangle 100"/>
          <p:cNvSpPr/>
          <p:nvPr/>
        </p:nvSpPr>
        <p:spPr>
          <a:xfrm>
            <a:off x="10896601" y="7918880"/>
            <a:ext cx="5375910" cy="5259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55490" y="7896130"/>
            <a:ext cx="5641110" cy="5714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1103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17608" y="0"/>
            <a:ext cx="307039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DATE:-08/10/25</a:t>
            </a:r>
          </a:p>
          <a:p>
            <a:pPr algn="ctr"/>
            <a:r>
              <a:rPr lang="en-US" dirty="0" smtClean="0">
                <a:latin typeface="Cambria" pitchFamily="18" charset="0"/>
                <a:ea typeface="Cambria" pitchFamily="18" charset="0"/>
              </a:rPr>
              <a:t>TIME:-11:05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13792200" y="0"/>
            <a:ext cx="1447800" cy="1103376"/>
          </a:xfrm>
          <a:prstGeom prst="flowChartProcess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9220200" y="228600"/>
            <a:ext cx="4419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ambria" pitchFamily="18" charset="0"/>
                <a:ea typeface="Cambria" pitchFamily="18" charset="0"/>
              </a:rPr>
              <a:t>USER : - SHAIKH GANI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687" y="197745"/>
            <a:ext cx="895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MECH.MOUNTING AND TF CHECKING STATION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752871"/>
              </p:ext>
            </p:extLst>
          </p:nvPr>
        </p:nvGraphicFramePr>
        <p:xfrm>
          <a:off x="0" y="1127698"/>
          <a:ext cx="18277792" cy="929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/>
                <a:gridCol w="3810000"/>
                <a:gridCol w="3962400"/>
                <a:gridCol w="5334000"/>
                <a:gridCol w="228600"/>
                <a:gridCol w="228600"/>
                <a:gridCol w="228600"/>
                <a:gridCol w="294592"/>
              </a:tblGrid>
              <a:tr h="412328">
                <a:tc>
                  <a:txBody>
                    <a:bodyPr/>
                    <a:lstStyle/>
                    <a:p>
                      <a:pPr marL="0" marR="0" indent="0" algn="ctr" defTabSz="15674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 smtClean="0"/>
                        <a:t>FG CAT NO</a:t>
                      </a: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15674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SERIES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15674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POLE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15674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502">
                <a:tc>
                  <a:txBody>
                    <a:bodyPr/>
                    <a:lstStyle/>
                    <a:p>
                      <a:pPr marL="0" marR="0" indent="0" algn="ctr" defTabSz="15674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ABCD123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AC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AU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156746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Rounded Rectangle 70"/>
          <p:cNvSpPr/>
          <p:nvPr/>
        </p:nvSpPr>
        <p:spPr>
          <a:xfrm>
            <a:off x="152400" y="2042146"/>
            <a:ext cx="2547248" cy="44767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AUTO CYCLE RUNNING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0" y="8651558"/>
            <a:ext cx="1828800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                     ///HOMMING SENSOR NG///PART NOT PRESENT///TRIPPED///</a:t>
            </a:r>
            <a:endParaRPr lang="en-US" sz="2800" dirty="0">
              <a:solidFill>
                <a:srgbClr val="FF000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0" y="8620780"/>
            <a:ext cx="1709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ambria" pitchFamily="18" charset="0"/>
                <a:ea typeface="Cambria" pitchFamily="18" charset="0"/>
              </a:rPr>
              <a:t>ALARMS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: -</a:t>
            </a:r>
            <a:endParaRPr lang="en-US" sz="18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7200" y="7981812"/>
            <a:ext cx="283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CYCLE TIME IN SEC</a:t>
            </a:r>
            <a:endParaRPr lang="en-US" sz="20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791200" y="7981812"/>
            <a:ext cx="2914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OK COUNTER</a:t>
            </a:r>
            <a:endParaRPr lang="en-US" sz="20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1277600" y="7981812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NG COUNTER</a:t>
            </a:r>
            <a:endParaRPr lang="en-US" sz="20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7" name="Flowchart: Process 96"/>
          <p:cNvSpPr/>
          <p:nvPr/>
        </p:nvSpPr>
        <p:spPr>
          <a:xfrm>
            <a:off x="3512820" y="7896130"/>
            <a:ext cx="1742670" cy="571475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15.2</a:t>
            </a:r>
            <a:endParaRPr lang="en-US" sz="20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8" name="Flowchart: Process 97"/>
          <p:cNvSpPr/>
          <p:nvPr/>
        </p:nvSpPr>
        <p:spPr>
          <a:xfrm>
            <a:off x="9077964" y="7941402"/>
            <a:ext cx="1666236" cy="480930"/>
          </a:xfrm>
          <a:prstGeom prst="flowChartProcess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1234</a:t>
            </a:r>
            <a:endParaRPr lang="en-US" sz="20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9" name="Flowchart: Process 98"/>
          <p:cNvSpPr/>
          <p:nvPr/>
        </p:nvSpPr>
        <p:spPr>
          <a:xfrm>
            <a:off x="14386965" y="7923582"/>
            <a:ext cx="1691235" cy="516570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1234</a:t>
            </a:r>
            <a:endParaRPr lang="en-US" sz="20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6348710" y="7907547"/>
            <a:ext cx="1863090" cy="54864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RESET</a:t>
            </a:r>
            <a:endParaRPr lang="en-US" sz="20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3108015" y="2042146"/>
            <a:ext cx="2454585" cy="42009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SYSTEM READY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125687" y="6725343"/>
            <a:ext cx="3387133" cy="97085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MOF STATION SCAN PART: AURC3204003CZA123000</a:t>
            </a:r>
            <a:endParaRPr lang="en-US" sz="20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graphicFrame>
        <p:nvGraphicFramePr>
          <p:cNvPr id="78" name="Chart 77">
            <a:extLst>
              <a:ext uri="{FF2B5EF4-FFF2-40B4-BE49-F238E27FC236}">
                <a16:creationId xmlns:lc="http://schemas.openxmlformats.org/drawingml/2006/lockedCanvas" xmlns:a16="http://schemas.microsoft.com/office/drawing/2014/main" xmlns:xdr="http://schemas.openxmlformats.org/drawingml/2006/spreadsheetDrawing" xmlns="" id="{0E7627DD-66F9-E0F5-4B72-CDA295C72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4737918"/>
              </p:ext>
            </p:extLst>
          </p:nvPr>
        </p:nvGraphicFramePr>
        <p:xfrm>
          <a:off x="10158891" y="2208197"/>
          <a:ext cx="7876218" cy="526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293195" y="4038600"/>
            <a:ext cx="2013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Cambria" pitchFamily="18" charset="0"/>
                <a:ea typeface="Cambria" pitchFamily="18" charset="0"/>
              </a:rPr>
              <a:t>STROCK COUNTER</a:t>
            </a:r>
            <a:endParaRPr lang="en-US" sz="16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9" name="Flowchart: Process 78"/>
          <p:cNvSpPr/>
          <p:nvPr/>
        </p:nvSpPr>
        <p:spPr>
          <a:xfrm>
            <a:off x="616473" y="4487900"/>
            <a:ext cx="1354884" cy="454046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50</a:t>
            </a:r>
            <a:endParaRPr lang="en-US" sz="20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3517681" y="6725342"/>
            <a:ext cx="583222" cy="970857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OK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52400" y="5106762"/>
            <a:ext cx="2135362" cy="5209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MOF OPERATION OK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696201" y="3067743"/>
            <a:ext cx="1823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Cambria" pitchFamily="18" charset="0"/>
                <a:ea typeface="Cambria" pitchFamily="18" charset="0"/>
              </a:rPr>
              <a:t>1.POSITION  1 DONE</a:t>
            </a:r>
            <a:endParaRPr lang="en-US" sz="14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559782" y="3595466"/>
            <a:ext cx="2093917" cy="4996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96201" y="3691409"/>
            <a:ext cx="1839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Cambria" pitchFamily="18" charset="0"/>
                <a:ea typeface="Cambria" pitchFamily="18" charset="0"/>
              </a:rPr>
              <a:t>2.POSITION 2 DONE</a:t>
            </a:r>
            <a:endParaRPr lang="en-US" sz="14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562822" y="4224738"/>
            <a:ext cx="2093917" cy="4996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20001" y="4320681"/>
            <a:ext cx="1918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Cambria" pitchFamily="18" charset="0"/>
                <a:ea typeface="Cambria" pitchFamily="18" charset="0"/>
              </a:rPr>
              <a:t>3.POSITION 3 DONE</a:t>
            </a:r>
            <a:endParaRPr lang="en-US" sz="14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020443" y="2055680"/>
            <a:ext cx="2018906" cy="43414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PART OK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019800" y="2057400"/>
            <a:ext cx="1676400" cy="43242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MOTOR HOME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2400" y="6209310"/>
            <a:ext cx="2147786" cy="42009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PART PRESENT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543800" y="4850232"/>
            <a:ext cx="2133600" cy="48376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20000" y="4938228"/>
            <a:ext cx="629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Cambria" pitchFamily="18" charset="0"/>
                <a:ea typeface="Cambria" pitchFamily="18" charset="0"/>
              </a:rPr>
              <a:t>LOAD </a:t>
            </a:r>
            <a:endParaRPr lang="en-US" sz="14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4" name="Flowchart: Process 53"/>
          <p:cNvSpPr/>
          <p:nvPr/>
        </p:nvSpPr>
        <p:spPr>
          <a:xfrm>
            <a:off x="8305800" y="4933617"/>
            <a:ext cx="809399" cy="324183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0.260</a:t>
            </a:r>
            <a:endParaRPr lang="en-US" sz="1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144000" y="4915654"/>
            <a:ext cx="493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>
                <a:latin typeface="Cambria" pitchFamily="18" charset="0"/>
                <a:ea typeface="Cambria" pitchFamily="18" charset="0"/>
              </a:rPr>
              <a:t>gm</a:t>
            </a:r>
            <a:endParaRPr lang="en-US" sz="16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52400" y="2680109"/>
            <a:ext cx="2012582" cy="5209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SCREWING 1 CYCLE 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34025" y="3309871"/>
            <a:ext cx="2012582" cy="5209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SCREWING 2 CYCLE </a:t>
            </a:r>
            <a:endParaRPr lang="en-US" sz="1600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01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103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17608" y="0"/>
            <a:ext cx="307039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DATE:-08/10/25</a:t>
            </a:r>
          </a:p>
          <a:p>
            <a:pPr algn="ctr"/>
            <a:r>
              <a:rPr lang="en-US" dirty="0" smtClean="0">
                <a:latin typeface="Cambria" pitchFamily="18" charset="0"/>
                <a:ea typeface="Cambria" pitchFamily="18" charset="0"/>
              </a:rPr>
              <a:t>TIME:-11:05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13792200" y="0"/>
            <a:ext cx="1447800" cy="1103376"/>
          </a:xfrm>
          <a:prstGeom prst="flowChartProcess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9220200" y="228600"/>
            <a:ext cx="4419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Cambria" pitchFamily="18" charset="0"/>
                <a:ea typeface="Cambria" pitchFamily="18" charset="0"/>
              </a:rPr>
              <a:t>USER : - SHAIKH GANI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687" y="197745"/>
            <a:ext cx="895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MECH.MOUNTING AND TF CHECKING STATION</a:t>
            </a:r>
          </a:p>
        </p:txBody>
      </p:sp>
      <p:sp>
        <p:nvSpPr>
          <p:cNvPr id="78" name="Flowchart: Process 77"/>
          <p:cNvSpPr/>
          <p:nvPr/>
        </p:nvSpPr>
        <p:spPr>
          <a:xfrm>
            <a:off x="1219200" y="3695700"/>
            <a:ext cx="3657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192.168.3.21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6100" y="1295400"/>
            <a:ext cx="895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SETTING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4300" y="3030210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PLC IP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6553200" y="3695700"/>
            <a:ext cx="3657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COMP PORT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8300" y="3030210"/>
            <a:ext cx="349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LOAD CELL COMP PORT</a:t>
            </a:r>
          </a:p>
        </p:txBody>
      </p:sp>
      <p:sp>
        <p:nvSpPr>
          <p:cNvPr id="21" name="Flowchart: Process 20"/>
          <p:cNvSpPr/>
          <p:nvPr/>
        </p:nvSpPr>
        <p:spPr>
          <a:xfrm>
            <a:off x="11547308" y="3695700"/>
            <a:ext cx="3657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COMP PORT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12408" y="3030210"/>
            <a:ext cx="349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SCANNER 1</a:t>
            </a:r>
          </a:p>
        </p:txBody>
      </p:sp>
      <p:sp>
        <p:nvSpPr>
          <p:cNvPr id="23" name="Flowchart: Process 22"/>
          <p:cNvSpPr/>
          <p:nvPr/>
        </p:nvSpPr>
        <p:spPr>
          <a:xfrm>
            <a:off x="1193800" y="5715000"/>
            <a:ext cx="3657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192.168.3.22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8900" y="5049510"/>
            <a:ext cx="349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PRINTER IP</a:t>
            </a:r>
          </a:p>
        </p:txBody>
      </p:sp>
      <p:sp>
        <p:nvSpPr>
          <p:cNvPr id="25" name="Flowchart: Process 24"/>
          <p:cNvSpPr/>
          <p:nvPr/>
        </p:nvSpPr>
        <p:spPr>
          <a:xfrm>
            <a:off x="11582400" y="5278818"/>
            <a:ext cx="3657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COMP PORT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64950" y="4647672"/>
            <a:ext cx="349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SCANNER 2</a:t>
            </a:r>
          </a:p>
        </p:txBody>
      </p:sp>
    </p:spTree>
    <p:extLst>
      <p:ext uri="{BB962C8B-B14F-4D97-AF65-F5344CB8AC3E}">
        <p14:creationId xmlns:p14="http://schemas.microsoft.com/office/powerpoint/2010/main" val="73592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lowchart: Process 89"/>
          <p:cNvSpPr/>
          <p:nvPr/>
        </p:nvSpPr>
        <p:spPr>
          <a:xfrm>
            <a:off x="10934700" y="3202633"/>
            <a:ext cx="4305300" cy="3274367"/>
          </a:xfrm>
          <a:prstGeom prst="flowChartProcess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7" name="Flowchart: Process 86"/>
          <p:cNvSpPr/>
          <p:nvPr/>
        </p:nvSpPr>
        <p:spPr>
          <a:xfrm>
            <a:off x="0" y="3048000"/>
            <a:ext cx="5715000" cy="5715000"/>
          </a:xfrm>
          <a:prstGeom prst="flowChartProcess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1103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17608" y="0"/>
            <a:ext cx="307039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itchFamily="18" charset="0"/>
                <a:ea typeface="Cambria" pitchFamily="18" charset="0"/>
              </a:rPr>
              <a:t>DATE:-08/10/25</a:t>
            </a:r>
          </a:p>
          <a:p>
            <a:pPr algn="ctr"/>
            <a:r>
              <a:rPr lang="en-US" dirty="0" smtClean="0">
                <a:latin typeface="Cambria" pitchFamily="18" charset="0"/>
                <a:ea typeface="Cambria" pitchFamily="18" charset="0"/>
              </a:rPr>
              <a:t>TIME:-11:05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13792200" y="0"/>
            <a:ext cx="1447800" cy="1103376"/>
          </a:xfrm>
          <a:prstGeom prst="flowChartProcess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687" y="197745"/>
            <a:ext cx="895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mbria" pitchFamily="18" charset="0"/>
                <a:ea typeface="Cambria" pitchFamily="18" charset="0"/>
              </a:rPr>
              <a:t>MECH.MOUNTING AND TF CHECKING STATION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5335" y="302210"/>
            <a:ext cx="3464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Cambria" pitchFamily="18" charset="0"/>
                <a:ea typeface="Cambria" pitchFamily="18" charset="0"/>
              </a:rPr>
              <a:t>PARAMETER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3505200"/>
            <a:ext cx="2070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SPEED 1</a:t>
            </a:r>
          </a:p>
        </p:txBody>
      </p:sp>
      <p:sp>
        <p:nvSpPr>
          <p:cNvPr id="31" name="Flowchart: Process 30"/>
          <p:cNvSpPr/>
          <p:nvPr/>
        </p:nvSpPr>
        <p:spPr>
          <a:xfrm>
            <a:off x="2857582" y="35191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2000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48309" y="310509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LOW LIMIT</a:t>
            </a:r>
          </a:p>
        </p:txBody>
      </p:sp>
      <p:sp>
        <p:nvSpPr>
          <p:cNvPr id="33" name="Flowchart: Process 32"/>
          <p:cNvSpPr/>
          <p:nvPr/>
        </p:nvSpPr>
        <p:spPr>
          <a:xfrm>
            <a:off x="5791200" y="3581400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1000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39018" y="304800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HIGH LIMIT</a:t>
            </a:r>
          </a:p>
        </p:txBody>
      </p:sp>
      <p:sp>
        <p:nvSpPr>
          <p:cNvPr id="35" name="Flowchart: Process 34"/>
          <p:cNvSpPr/>
          <p:nvPr/>
        </p:nvSpPr>
        <p:spPr>
          <a:xfrm>
            <a:off x="7981909" y="3524310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2000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9600" y="4281189"/>
            <a:ext cx="2070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SPEED 2</a:t>
            </a:r>
          </a:p>
        </p:txBody>
      </p:sp>
      <p:sp>
        <p:nvSpPr>
          <p:cNvPr id="37" name="Flowchart: Process 36"/>
          <p:cNvSpPr/>
          <p:nvPr/>
        </p:nvSpPr>
        <p:spPr>
          <a:xfrm>
            <a:off x="2857582" y="4295178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300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8" name="Flowchart: Process 37"/>
          <p:cNvSpPr/>
          <p:nvPr/>
        </p:nvSpPr>
        <p:spPr>
          <a:xfrm>
            <a:off x="5791200" y="43573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300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9" name="Flowchart: Process 38"/>
          <p:cNvSpPr/>
          <p:nvPr/>
        </p:nvSpPr>
        <p:spPr>
          <a:xfrm>
            <a:off x="7981909" y="430029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500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9600" y="5029200"/>
            <a:ext cx="2070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SPEED 3</a:t>
            </a:r>
          </a:p>
        </p:txBody>
      </p:sp>
      <p:sp>
        <p:nvSpPr>
          <p:cNvPr id="41" name="Flowchart: Process 40"/>
          <p:cNvSpPr/>
          <p:nvPr/>
        </p:nvSpPr>
        <p:spPr>
          <a:xfrm>
            <a:off x="2857582" y="50431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2" name="Flowchart: Process 41"/>
          <p:cNvSpPr/>
          <p:nvPr/>
        </p:nvSpPr>
        <p:spPr>
          <a:xfrm>
            <a:off x="5791200" y="5105400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50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3" name="Flowchart: Process 42"/>
          <p:cNvSpPr/>
          <p:nvPr/>
        </p:nvSpPr>
        <p:spPr>
          <a:xfrm>
            <a:off x="7981909" y="5048310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2400" y="5805189"/>
            <a:ext cx="2527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DISTANCE 1</a:t>
            </a:r>
          </a:p>
        </p:txBody>
      </p:sp>
      <p:sp>
        <p:nvSpPr>
          <p:cNvPr id="45" name="Flowchart: Process 44"/>
          <p:cNvSpPr/>
          <p:nvPr/>
        </p:nvSpPr>
        <p:spPr>
          <a:xfrm>
            <a:off x="2857582" y="5819178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45.5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6" name="Flowchart: Process 45"/>
          <p:cNvSpPr/>
          <p:nvPr/>
        </p:nvSpPr>
        <p:spPr>
          <a:xfrm>
            <a:off x="5791200" y="58813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40</a:t>
            </a:r>
          </a:p>
        </p:txBody>
      </p:sp>
      <p:sp>
        <p:nvSpPr>
          <p:cNvPr id="47" name="Flowchart: Process 46"/>
          <p:cNvSpPr/>
          <p:nvPr/>
        </p:nvSpPr>
        <p:spPr>
          <a:xfrm>
            <a:off x="7981909" y="582429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60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52400" y="6490989"/>
            <a:ext cx="2527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DISTANCE 2</a:t>
            </a:r>
          </a:p>
        </p:txBody>
      </p:sp>
      <p:sp>
        <p:nvSpPr>
          <p:cNvPr id="49" name="Flowchart: Process 48"/>
          <p:cNvSpPr/>
          <p:nvPr/>
        </p:nvSpPr>
        <p:spPr>
          <a:xfrm>
            <a:off x="2857582" y="6504978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5.5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0" name="Flowchart: Process 49"/>
          <p:cNvSpPr/>
          <p:nvPr/>
        </p:nvSpPr>
        <p:spPr>
          <a:xfrm>
            <a:off x="5791200" y="65671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1" name="Flowchart: Process 50"/>
          <p:cNvSpPr/>
          <p:nvPr/>
        </p:nvSpPr>
        <p:spPr>
          <a:xfrm>
            <a:off x="7981909" y="651009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5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52400" y="7252989"/>
            <a:ext cx="2527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DISTANCE 3</a:t>
            </a:r>
          </a:p>
        </p:txBody>
      </p:sp>
      <p:sp>
        <p:nvSpPr>
          <p:cNvPr id="53" name="Flowchart: Process 52"/>
          <p:cNvSpPr/>
          <p:nvPr/>
        </p:nvSpPr>
        <p:spPr>
          <a:xfrm>
            <a:off x="2857582" y="7266978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1.0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4" name="Flowchart: Process 53"/>
          <p:cNvSpPr/>
          <p:nvPr/>
        </p:nvSpPr>
        <p:spPr>
          <a:xfrm>
            <a:off x="5791200" y="73291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0.5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5" name="Flowchart: Process 54"/>
          <p:cNvSpPr/>
          <p:nvPr/>
        </p:nvSpPr>
        <p:spPr>
          <a:xfrm>
            <a:off x="7981909" y="727209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24400" y="5938479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mm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4400" y="6583321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mm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4400" y="7418556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mm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24400" y="3657600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pulses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39640" y="4414479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pulses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39640" y="5160252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pulses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" y="8014989"/>
            <a:ext cx="270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MICRO STEP</a:t>
            </a:r>
            <a:endParaRPr lang="en-US" sz="2400" dirty="0" smtClean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3" name="Flowchart: Process 62"/>
          <p:cNvSpPr/>
          <p:nvPr/>
        </p:nvSpPr>
        <p:spPr>
          <a:xfrm>
            <a:off x="2857582" y="8028978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</a:t>
            </a:r>
          </a:p>
        </p:txBody>
      </p:sp>
      <p:sp>
        <p:nvSpPr>
          <p:cNvPr id="64" name="Flowchart: Process 63"/>
          <p:cNvSpPr/>
          <p:nvPr/>
        </p:nvSpPr>
        <p:spPr>
          <a:xfrm>
            <a:off x="5791200" y="80911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5" name="Flowchart: Process 64"/>
          <p:cNvSpPr/>
          <p:nvPr/>
        </p:nvSpPr>
        <p:spPr>
          <a:xfrm>
            <a:off x="8039018" y="807719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24400" y="8180556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STEP</a:t>
            </a:r>
          </a:p>
        </p:txBody>
      </p:sp>
      <p:sp>
        <p:nvSpPr>
          <p:cNvPr id="68" name="Flowchart: Process 67"/>
          <p:cNvSpPr/>
          <p:nvPr/>
        </p:nvSpPr>
        <p:spPr>
          <a:xfrm>
            <a:off x="9848727" y="5841416"/>
            <a:ext cx="1048953" cy="1950094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ambria" pitchFamily="18" charset="0"/>
                <a:ea typeface="Cambria" pitchFamily="18" charset="0"/>
              </a:rPr>
              <a:t>MULTIPLY BY </a:t>
            </a:r>
            <a:r>
              <a:rPr lang="en-US" sz="1400" dirty="0" smtClean="0">
                <a:latin typeface="Cambria" pitchFamily="18" charset="0"/>
                <a:ea typeface="Cambria" pitchFamily="18" charset="0"/>
              </a:rPr>
              <a:t>160</a:t>
            </a:r>
            <a:endParaRPr lang="en-US" sz="14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0" name="Flowchart: Process 69"/>
          <p:cNvSpPr/>
          <p:nvPr/>
        </p:nvSpPr>
        <p:spPr>
          <a:xfrm>
            <a:off x="3505200" y="1143000"/>
            <a:ext cx="3657600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MOTOR PARAMETER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0896600" y="1103376"/>
            <a:ext cx="0" cy="80406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1353800" y="402738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TRIP FORCE</a:t>
            </a:r>
          </a:p>
        </p:txBody>
      </p:sp>
      <p:sp>
        <p:nvSpPr>
          <p:cNvPr id="72" name="Flowchart: Process 71"/>
          <p:cNvSpPr/>
          <p:nvPr/>
        </p:nvSpPr>
        <p:spPr>
          <a:xfrm>
            <a:off x="15213096" y="3969634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15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5235624" y="3341044"/>
            <a:ext cx="87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latin typeface="Cambria" pitchFamily="18" charset="0"/>
                <a:ea typeface="Cambria" pitchFamily="18" charset="0"/>
              </a:rPr>
              <a:t>MIN</a:t>
            </a:r>
          </a:p>
        </p:txBody>
      </p:sp>
      <p:sp>
        <p:nvSpPr>
          <p:cNvPr id="74" name="Flowchart: Process 73"/>
          <p:cNvSpPr/>
          <p:nvPr/>
        </p:nvSpPr>
        <p:spPr>
          <a:xfrm>
            <a:off x="16737096" y="3965169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40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759624" y="3336579"/>
            <a:ext cx="87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latin typeface="Cambria" pitchFamily="18" charset="0"/>
                <a:ea typeface="Cambria" pitchFamily="18" charset="0"/>
              </a:rPr>
              <a:t>MAX</a:t>
            </a:r>
          </a:p>
        </p:txBody>
      </p:sp>
      <p:sp>
        <p:nvSpPr>
          <p:cNvPr id="76" name="Flowchart: Process 75"/>
          <p:cNvSpPr/>
          <p:nvPr/>
        </p:nvSpPr>
        <p:spPr>
          <a:xfrm>
            <a:off x="11658600" y="1136613"/>
            <a:ext cx="5745246" cy="685800"/>
          </a:xfrm>
          <a:prstGeom prst="flowChartProces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T.F CHECKING PARAMETER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1353800" y="486558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RESET FORCE</a:t>
            </a:r>
          </a:p>
        </p:txBody>
      </p:sp>
      <p:sp>
        <p:nvSpPr>
          <p:cNvPr id="79" name="Flowchart: Process 78"/>
          <p:cNvSpPr/>
          <p:nvPr/>
        </p:nvSpPr>
        <p:spPr>
          <a:xfrm>
            <a:off x="15213096" y="4807834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200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0" name="Flowchart: Process 79"/>
          <p:cNvSpPr/>
          <p:nvPr/>
        </p:nvSpPr>
        <p:spPr>
          <a:xfrm>
            <a:off x="16737096" y="4803369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350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353800" y="577998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OFFSET </a:t>
            </a:r>
          </a:p>
        </p:txBody>
      </p:sp>
      <p:sp>
        <p:nvSpPr>
          <p:cNvPr id="82" name="Flowchart: Process 81"/>
          <p:cNvSpPr/>
          <p:nvPr/>
        </p:nvSpPr>
        <p:spPr>
          <a:xfrm>
            <a:off x="15213096" y="5722234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-10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3" name="Flowchart: Process 82"/>
          <p:cNvSpPr/>
          <p:nvPr/>
        </p:nvSpPr>
        <p:spPr>
          <a:xfrm>
            <a:off x="16737096" y="5717769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+</a:t>
            </a:r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4" name="Flowchart: Process 83"/>
          <p:cNvSpPr/>
          <p:nvPr/>
        </p:nvSpPr>
        <p:spPr>
          <a:xfrm>
            <a:off x="13612896" y="3969634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25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5" name="Flowchart: Process 84"/>
          <p:cNvSpPr/>
          <p:nvPr/>
        </p:nvSpPr>
        <p:spPr>
          <a:xfrm>
            <a:off x="13612896" y="4807834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250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6" name="Flowchart: Process 85"/>
          <p:cNvSpPr/>
          <p:nvPr/>
        </p:nvSpPr>
        <p:spPr>
          <a:xfrm>
            <a:off x="13612896" y="5722234"/>
            <a:ext cx="1474704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8782" y="2604789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SHOW ONLY THIS PARAMETER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24600" y="2345531"/>
            <a:ext cx="3077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THIS PARAMETER WORK IN BACK GROUND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58550" y="2735031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SHOW ONLY THIS PARAMETER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3048" y="2438400"/>
            <a:ext cx="3077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mbria" pitchFamily="18" charset="0"/>
                <a:ea typeface="Cambria" pitchFamily="18" charset="0"/>
              </a:rPr>
              <a:t>THIS PARAMETER WORK IN BACK GROUND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564" y="8624589"/>
            <a:ext cx="2705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mbria" pitchFamily="18" charset="0"/>
                <a:ea typeface="Cambria" pitchFamily="18" charset="0"/>
              </a:rPr>
              <a:t>STROKE COUNTER</a:t>
            </a:r>
            <a:endParaRPr lang="en-US" sz="2400" dirty="0" smtClean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8" name="Flowchart: Process 77"/>
          <p:cNvSpPr/>
          <p:nvPr/>
        </p:nvSpPr>
        <p:spPr>
          <a:xfrm>
            <a:off x="5791364" y="870078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15</a:t>
            </a:r>
            <a:endParaRPr lang="en-US" sz="2800" b="1" dirty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3" name="Flowchart: Process 92"/>
          <p:cNvSpPr/>
          <p:nvPr/>
        </p:nvSpPr>
        <p:spPr>
          <a:xfrm>
            <a:off x="8039182" y="8686799"/>
            <a:ext cx="1866818" cy="519411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60</a:t>
            </a:r>
            <a:endParaRPr lang="en-US" sz="2800" b="1" dirty="0" smtClean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724564" y="8790156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mbria" pitchFamily="18" charset="0"/>
                <a:ea typeface="Cambria" pitchFamily="18" charset="0"/>
              </a:rPr>
              <a:t>STEP</a:t>
            </a:r>
          </a:p>
        </p:txBody>
      </p:sp>
      <p:sp>
        <p:nvSpPr>
          <p:cNvPr id="95" name="Flowchart: Process 94"/>
          <p:cNvSpPr/>
          <p:nvPr/>
        </p:nvSpPr>
        <p:spPr>
          <a:xfrm>
            <a:off x="2893603" y="8554418"/>
            <a:ext cx="1866818" cy="571352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7184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249</Words>
  <Application>Microsoft Office PowerPoint</Application>
  <PresentationFormat>Custom</PresentationFormat>
  <Paragraphs>125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SHAIKH GANI</dc:creator>
  <cp:lastModifiedBy>mts</cp:lastModifiedBy>
  <cp:revision>247</cp:revision>
  <cp:lastPrinted>2025-10-08T07:27:35Z</cp:lastPrinted>
  <dcterms:created xsi:type="dcterms:W3CDTF">2006-08-16T00:00:00Z</dcterms:created>
  <dcterms:modified xsi:type="dcterms:W3CDTF">2026-04-04T07:13:49Z</dcterms:modified>
</cp:coreProperties>
</file>