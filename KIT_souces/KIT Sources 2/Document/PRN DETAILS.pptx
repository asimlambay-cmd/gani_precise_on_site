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6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06-Oct-25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06-Oct-25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06-Oct-25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06-Oct-25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457200"/>
            <a:ext cx="3886200" cy="3886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^XA</a:t>
            </a:r>
          </a:p>
          <a:p>
            <a:r>
              <a:rPr lang="en-US" dirty="0"/>
              <a:t>^FO70,15</a:t>
            </a:r>
          </a:p>
          <a:p>
            <a:r>
              <a:rPr lang="en-US" dirty="0"/>
              <a:t>^BXN,7,200</a:t>
            </a:r>
          </a:p>
          <a:p>
            <a:r>
              <a:rPr lang="en-US" dirty="0"/>
              <a:t>^FDAUF3C202003GYA001629^FS</a:t>
            </a:r>
          </a:p>
          <a:p>
            <a:r>
              <a:rPr lang="en-US" dirty="0"/>
              <a:t>^FO30,150</a:t>
            </a:r>
          </a:p>
          <a:p>
            <a:r>
              <a:rPr lang="en-US" dirty="0"/>
              <a:t>^A0,22,20</a:t>
            </a:r>
          </a:p>
          <a:p>
            <a:r>
              <a:rPr lang="en-US" dirty="0"/>
              <a:t>^FDAUF3C202003GYA001629^FS</a:t>
            </a:r>
          </a:p>
          <a:p>
            <a:r>
              <a:rPr lang="en-US" dirty="0"/>
              <a:t>^XZ</a:t>
            </a:r>
          </a:p>
        </p:txBody>
      </p:sp>
      <p:sp>
        <p:nvSpPr>
          <p:cNvPr id="5" name="Rectangle 4"/>
          <p:cNvSpPr/>
          <p:nvPr/>
        </p:nvSpPr>
        <p:spPr>
          <a:xfrm>
            <a:off x="574528" y="4458566"/>
            <a:ext cx="2867025" cy="2371725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648200" y="457200"/>
            <a:ext cx="3886200" cy="3886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^XA</a:t>
            </a:r>
          </a:p>
          <a:p>
            <a:r>
              <a:rPr lang="en-US" dirty="0"/>
              <a:t>^FO70,15</a:t>
            </a:r>
          </a:p>
          <a:p>
            <a:r>
              <a:rPr lang="en-US" dirty="0"/>
              <a:t>^BXN,7,200</a:t>
            </a:r>
          </a:p>
          <a:p>
            <a:r>
              <a:rPr lang="en-US" dirty="0"/>
              <a:t>^</a:t>
            </a:r>
            <a:r>
              <a:rPr lang="en-US" dirty="0" smtClean="0"/>
              <a:t>FD%S1^FS</a:t>
            </a:r>
            <a:endParaRPr lang="en-US" dirty="0"/>
          </a:p>
          <a:p>
            <a:r>
              <a:rPr lang="en-US" dirty="0"/>
              <a:t>^FO30,150</a:t>
            </a:r>
          </a:p>
          <a:p>
            <a:r>
              <a:rPr lang="en-US" dirty="0"/>
              <a:t>^A0,22,20</a:t>
            </a:r>
          </a:p>
          <a:p>
            <a:r>
              <a:rPr lang="en-US" dirty="0"/>
              <a:t>^</a:t>
            </a:r>
            <a:r>
              <a:rPr lang="en-US" dirty="0" smtClean="0"/>
              <a:t>FD%S2^FS</a:t>
            </a:r>
            <a:endParaRPr lang="en-US" dirty="0"/>
          </a:p>
          <a:p>
            <a:r>
              <a:rPr lang="en-US" dirty="0"/>
              <a:t>^XZ</a:t>
            </a:r>
          </a:p>
        </p:txBody>
      </p:sp>
      <p:sp>
        <p:nvSpPr>
          <p:cNvPr id="7" name="Rectangle 6"/>
          <p:cNvSpPr/>
          <p:nvPr/>
        </p:nvSpPr>
        <p:spPr>
          <a:xfrm>
            <a:off x="5448300" y="4800600"/>
            <a:ext cx="1143000" cy="6914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%S1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448300" y="5943600"/>
            <a:ext cx="1143000" cy="6914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%S2</a:t>
            </a:r>
            <a:endParaRPr lang="en-US" dirty="0"/>
          </a:p>
        </p:txBody>
      </p:sp>
      <p:cxnSp>
        <p:nvCxnSpPr>
          <p:cNvPr id="10" name="Straight Arrow Connector 9"/>
          <p:cNvCxnSpPr>
            <a:endCxn id="7" idx="1"/>
          </p:cNvCxnSpPr>
          <p:nvPr/>
        </p:nvCxnSpPr>
        <p:spPr>
          <a:xfrm flipV="1">
            <a:off x="2667000" y="5146314"/>
            <a:ext cx="2781300" cy="3457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3124200" y="6400800"/>
            <a:ext cx="2209800" cy="762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6489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</Words>
  <Application>Microsoft Office PowerPoint</Application>
  <PresentationFormat>On-screen Show (4:3)</PresentationFormat>
  <Paragraphs>18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SHAIKH GANI</dc:creator>
  <cp:lastModifiedBy>Windows User</cp:lastModifiedBy>
  <cp:revision>1</cp:revision>
  <dcterms:created xsi:type="dcterms:W3CDTF">2006-08-16T00:00:00Z</dcterms:created>
  <dcterms:modified xsi:type="dcterms:W3CDTF">2025-10-06T09:52:34Z</dcterms:modified>
</cp:coreProperties>
</file>