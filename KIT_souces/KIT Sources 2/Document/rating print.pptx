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200400" cy="2133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^XA</a:t>
            </a:r>
          </a:p>
          <a:p>
            <a:r>
              <a:rPr lang="en-US" dirty="0"/>
              <a:t>^CF0,30</a:t>
            </a:r>
          </a:p>
          <a:p>
            <a:r>
              <a:rPr lang="en-US" dirty="0"/>
              <a:t>^FO70,50^FD40A C CURVE^FS</a:t>
            </a:r>
          </a:p>
          <a:p>
            <a:r>
              <a:rPr lang="en-US" dirty="0"/>
              <a:t>^FO90,100^FD30mA AC^FS</a:t>
            </a:r>
          </a:p>
          <a:p>
            <a:r>
              <a:rPr lang="en-US" dirty="0"/>
              <a:t>^XZ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" y="2895600"/>
            <a:ext cx="2667000" cy="2133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endCxn id="15" idx="1"/>
          </p:cNvCxnSpPr>
          <p:nvPr/>
        </p:nvCxnSpPr>
        <p:spPr>
          <a:xfrm flipV="1">
            <a:off x="914400" y="2971800"/>
            <a:ext cx="23622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219200" y="3733800"/>
            <a:ext cx="20574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990600" y="4343400"/>
            <a:ext cx="22860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600200" y="4191000"/>
            <a:ext cx="19812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76600" y="2705100"/>
            <a:ext cx="952500" cy="533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76600" y="3924300"/>
            <a:ext cx="952500" cy="533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276600" y="5029200"/>
            <a:ext cx="952500" cy="533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76600" y="5791200"/>
            <a:ext cx="952500" cy="533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30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6096000" y="2971800"/>
            <a:ext cx="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229100" y="0"/>
            <a:ext cx="49149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-7307" y="6096000"/>
            <a:ext cx="1988507" cy="6914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Rating sticker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200400" cy="21336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^XA</a:t>
            </a:r>
          </a:p>
          <a:p>
            <a:r>
              <a:rPr lang="en-US" dirty="0"/>
              <a:t>^CF0,30</a:t>
            </a:r>
          </a:p>
          <a:p>
            <a:r>
              <a:rPr lang="en-US" dirty="0"/>
              <a:t>^</a:t>
            </a:r>
            <a:r>
              <a:rPr lang="en-US" dirty="0" smtClean="0"/>
              <a:t>FO50,50^FD%S1A %S2 </a:t>
            </a:r>
            <a:r>
              <a:rPr lang="en-US" dirty="0"/>
              <a:t>CURVE^FS</a:t>
            </a:r>
          </a:p>
          <a:p>
            <a:r>
              <a:rPr lang="en-US" dirty="0"/>
              <a:t>^</a:t>
            </a:r>
            <a:r>
              <a:rPr lang="en-US" dirty="0" smtClean="0"/>
              <a:t>FO70,100^FD%S3mA %S4^FS</a:t>
            </a:r>
            <a:endParaRPr lang="en-US" dirty="0"/>
          </a:p>
          <a:p>
            <a:r>
              <a:rPr lang="en-US" dirty="0"/>
              <a:t>^XZ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66700" y="2362200"/>
            <a:ext cx="2667000" cy="2133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962400" y="1828800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40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62400" y="2708564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962400" y="3581400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962400" y="4509655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793673" y="21336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793673" y="3037609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793673" y="3938155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793673" y="4880264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48400" y="1814945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%S1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248400" y="2694709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%S2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248400" y="3567545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%S3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248400" y="4495800"/>
            <a:ext cx="685800" cy="6858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%S4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81000" y="5243513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%S1 = F/G CURVE</a:t>
            </a:r>
          </a:p>
          <a:p>
            <a:r>
              <a:rPr lang="en-US" dirty="0"/>
              <a:t>%S2 = C/D --AC </a:t>
            </a:r>
            <a:r>
              <a:rPr lang="en-US" dirty="0" err="1"/>
              <a:t>Adi</a:t>
            </a:r>
            <a:endParaRPr lang="en-US" dirty="0"/>
          </a:p>
          <a:p>
            <a:r>
              <a:rPr lang="en-US" dirty="0"/>
              <a:t>%S3 = A</a:t>
            </a:r>
          </a:p>
          <a:p>
            <a:r>
              <a:rPr lang="en-US" dirty="0"/>
              <a:t>%s4 = mA </a:t>
            </a:r>
          </a:p>
        </p:txBody>
      </p:sp>
    </p:spTree>
    <p:extLst>
      <p:ext uri="{BB962C8B-B14F-4D97-AF65-F5344CB8AC3E}">
        <p14:creationId xmlns:p14="http://schemas.microsoft.com/office/powerpoint/2010/main" val="1296343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66</Words>
  <Application>Microsoft Office PowerPoint</Application>
  <PresentationFormat>On-screen Show (4:3)</PresentationFormat>
  <Paragraphs>27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SHAIKH GANI</dc:creator>
  <cp:lastModifiedBy>mts</cp:lastModifiedBy>
  <cp:revision>9</cp:revision>
  <dcterms:created xsi:type="dcterms:W3CDTF">2006-08-16T00:00:00Z</dcterms:created>
  <dcterms:modified xsi:type="dcterms:W3CDTF">2025-12-11T04:46:51Z</dcterms:modified>
</cp:coreProperties>
</file>